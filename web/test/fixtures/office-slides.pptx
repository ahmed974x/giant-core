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ar-KW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428142D-7E04-4BEE-B4EE-ACF3A7B91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4AAED93C-5AFF-449D-B7CB-64201F5E3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2DBA3CF-25C9-4DC3-A163-09DFD5B1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7D0810C-7D7D-4E88-AC3E-22588020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1D5F155-672C-4D2D-82B5-D956EB73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75666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5C94E5A-E5BA-4D54-9752-FA57E0CC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C690C87-79F0-4132-B84E-D7764C022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3F53C71-AC57-41FD-9625-9D443735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33F7AB8-6CE2-4665-95E1-DD565429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5225D89-00D2-4429-B987-C940A790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34661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46072DA-A796-4325-ABFF-F16AE3850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96E4F9E-DEC4-4C9C-B1D9-CCB4AF76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9BC9F17-B170-42E5-A5EC-7E02B457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07CFEC9-F3D0-49C9-A521-46DA45A7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88739E2-DE4A-40C7-803A-D3B4A0E7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41311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FB4773-2C0C-4A44-8978-0F048025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0FA6F91-B72D-4677-BB16-9F5BA222F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C26F9CC-8F8D-40D3-8F6F-78EEF530D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250FC00-29B9-42DB-A123-751C4892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2C674B8-C35D-4109-8A63-5ED58C4B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03A59C15-0711-4ED2-B262-930408B4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209899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BF63BB-4D37-4E9E-8CEE-123BC642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4D32CF2-5333-4AD8-A75E-C9CA7C2C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C8642D2-81C5-4FDA-B3B1-514834470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500772AB-2336-454E-A2A6-997A9C36A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0810E799-0DF0-467F-B2D0-0BCCCB10E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B74E60E8-3B35-46DF-BF81-957EFB1D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805DD16B-7751-45B8-9484-D78A99D7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35252CFD-9D26-4736-9935-BD2A778F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916638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3E1FB35-C1D2-42AC-8386-55999E26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0060A415-B4A5-4554-8BC3-7B5A4492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62D5DFF7-00C4-4F19-ADA1-F47F254F6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4AB683F4-DD5A-4A10-806A-69221230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66911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6999744B-9659-41E4-A3FB-E2C65A4E9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F82534FC-7BAD-4FC0-9524-BCF978CD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C9409CC-1B93-4FA1-8657-27406BA8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2145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19FF281-C6C1-4DCE-A9E7-1655630A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5F43282-D4DC-4809-BA8B-6C731CE1B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5CF8530-C598-4113-8C2A-A4648C6AD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B31A946-D99C-4FE2-B1E3-1D427ED5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97CB47C-8C5C-4EEF-A968-88ACC53A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618FBA7-A2AF-4392-B8A5-2CDDC90B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202399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062051-A774-4DA7-8429-C3D8760B8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D1D2B39-306C-4B8A-8C5F-7FC826217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KW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99D87DD-8340-4C75-89E1-C2323DF07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0259AD4-DA63-4F77-8A91-29763980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B149A56-14B1-4A5B-B835-B0011FD1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D3C44116-3C94-47B4-A32C-96594EDD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98214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7A27BE4-2E37-4B63-9C0C-971EB2E2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363896F3-6117-4836-81F5-356987892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58055BE-685A-42AF-BA11-C0F1250F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9C70412-8056-40A0-9A24-38379933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20BAA3E-3C8B-47A8-9330-0AD1518D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73392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BC19D6BF-2764-49CB-9C76-702C81ADE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F3BD1CBA-0FF7-4F85-9B04-03C5E19E2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4CDACF3-B0A5-4A9F-9D00-657B813C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ED702D0-CB9C-4A5A-B9DB-B788A404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D9596EE-6F06-45C1-90AC-0CD94E8E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344809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عنوان ون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A6D639-79A1-438E-BD28-26668BEB5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49F5F43-1E07-4579-BDBF-6520101EF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CF06792-2575-47F3-A04F-2A71A528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2F6E732-B0AA-4AC2-8DB3-BB52C9C1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06EB6F7-FB7B-4AA1-903C-49950570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18364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F852E701-0BCB-436D-8F45-5AE602B0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B2DC909-5E21-468D-BA42-24170246C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C2F04E6-8F5A-460F-9CB5-00D212FD1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E8074-F567-47D5-BB53-C006C2D506D9}" type="datetimeFigureOut">
              <a:rPr lang="ar-KW" smtClean="0"/>
              <a:t>28/04/1448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921E0BF-1A2C-4E51-BBB6-6085D0FC4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BB2C662-47EE-451F-89B9-0EA4E8663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1C3A4-EC02-4BB4-A439-A77749E68BC8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207233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KW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4CBC54B-72F9-4D24-9841-43B41C224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OMEGA briefing</a:t>
            </a:r>
            <a:endParaRPr lang="ar-KW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3B7CA991-15C2-48BD-933C-1E2D98840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Q4 logistics</a:t>
            </a:r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87862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FCAEE42-3298-472A-83B3-E285D32F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Risks</a:t>
            </a:r>
            <a:endParaRPr lang="ar-KW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6107C15-6B23-426D-B60C-B9F5AA3B2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Suez delays</a:t>
            </a:r>
          </a:p>
          <a:p>
            <a:r>
              <a:rPr lang="ar-KW"/>
              <a:t>البحر الأحمر</a:t>
            </a:r>
          </a:p>
        </p:txBody>
      </p:sp>
    </p:spTree>
    <p:extLst>
      <p:ext uri="{BB962C8B-B14F-4D97-AF65-F5344CB8AC3E}">
        <p14:creationId xmlns:p14="http://schemas.microsoft.com/office/powerpoint/2010/main" val="250881401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شاشة عريضة</PresentationFormat>
  <Paragraphs>5</Paragraphs>
  <Slides>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نسق Office</vt:lpstr>
      <vt:lpstr>OMEGA briefing</vt:lpstr>
      <vt:lpstr>Risks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OMEGA briefing</dc:title>
  <dc:creator>احمد سالم</dc:creator>
  <cp:lastModifiedBy>احمد سالم</cp:lastModifiedBy>
  <cp:revision>1</cp:revision>
  <dcterms:created xsi:type="dcterms:W3CDTF">2026-10-10T09:56:34Z</dcterms:created>
  <dcterms:modified xsi:type="dcterms:W3CDTF">2026-10-10T09:56:34Z</dcterms:modified>
</cp:coreProperties>
</file>